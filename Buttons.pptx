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645C-3756-4592-B4B3-6E72CF2A1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1C174-C353-4B2D-96D0-215C8C4B2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6303-4E2F-4336-B4F8-0AEBFD69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9B79D-FCD1-40A1-9B0F-5F9FE8AD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7F87-8CCF-4A87-9098-8D3D0F7E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27DE2-4A1B-46E2-927D-99553D53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D9DFA-313F-4CD5-ADD1-81249F76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97241-947E-441E-ACB8-84F509EF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A639-4083-41DF-BBE3-5DDCC39E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472BF-5E35-45D3-AAB6-8E14BC4D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F999-30CC-47FD-A4A1-7BC010F7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1CAE-69DF-4756-9E12-9B4934AA7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B6AF-1A92-43C4-BDB0-9D33FC1F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1CF31-2CB0-42BE-972F-A683C987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24354-19FC-45AB-B491-9BA30D10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2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5362-C98D-4A9C-97E7-1EC47C59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C5B1-1652-4785-8355-683E6F4D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F5D0B-3913-4E8C-A5B3-90DD773FF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E1EB6-7203-49DB-9AB0-8895B4F5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9ABB2-FAAC-41C2-B478-4DB264CA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B497E-3DB3-4765-B16B-D2C591AB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1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2354-43AD-465E-9810-6BA1D297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81BE4-7E60-44D7-8407-5178BE695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0DEB7-7B4A-41F5-BA6F-B42C6F0A1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1AF68-7462-4D86-B88D-BECA94455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410BF-06E6-4FFE-81E6-2F3F0EDD1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6DCDE-217D-4B50-B98A-45E38B58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B3BE8-B1F1-466D-B2E0-CF549A11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C599C-94F0-4E61-8E27-435AB9F4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3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0EC5-DFA7-418A-96D6-848F213E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E6F2-8DD8-4A9D-907A-82F9ECD7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CAAEE-8A00-41E2-A638-B13C4936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4FABD-E8B2-4F10-9CDB-B3E4F98E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59ED6-E535-4F71-A1EC-6A2D37BF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F365F-2A74-43EB-846E-D4289009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EDF57-54C2-432C-9D2C-C221CAA8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2BAB-6F0F-4302-9E09-44ACEA44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D0B1-E670-43EF-927F-75F492DCA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C16C8-7A07-4D8D-9446-32EF5A762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B2A92-A814-4F0A-81FA-D08C98DF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088C-04C0-418F-817F-2B81337B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3CFE1-BEFB-4152-BA85-31148392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0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3CAA-84FF-4966-96AA-74E61C98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7430B-36AA-4EDF-9924-987117888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BF766-0AF2-4811-88F5-8F33C786C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DDEF5-32AA-41D7-9B17-A5EB6EA8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865D7-1B43-4C1F-8067-29AA6ED3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17777-8252-4B34-B298-23ABEF7C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3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69E7-6BDA-44B9-85BF-69983736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85924-AB85-4CF2-88CB-E6759C442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DAD39-E195-4AA9-9773-EAB72E1E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5C74-0B34-4C63-8269-430FCAAA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DBD79-1C80-4D49-9C82-8F6063AF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9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A2707-0A42-479E-A842-B91A6C0C9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EFD08-B408-4E60-9926-D0C048F28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1B10-8FB4-478A-824A-1D9836AC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7A9DB-FCE6-43C4-B33D-C8235A6A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B27AB-B158-47EE-8430-FD026492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3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FE669-B2B0-4FAD-975D-912A5F3B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95801-EEAE-4087-81B2-08263BBD3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C4E2-1D7F-4F52-98A2-4F4AE655E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4333D-EDF1-436A-9096-57F403335BB8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B9690-A10A-44D6-A322-7ABB24C47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7931-30F3-4982-8049-E521AC9F0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898E5-C6DB-4DF3-942A-71099C2A9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6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Up 3">
            <a:extLst>
              <a:ext uri="{FF2B5EF4-FFF2-40B4-BE49-F238E27FC236}">
                <a16:creationId xmlns:a16="http://schemas.microsoft.com/office/drawing/2014/main" id="{0B7B14F3-3CF3-44E6-BC8A-D98EE61B15EE}"/>
              </a:ext>
            </a:extLst>
          </p:cNvPr>
          <p:cNvSpPr/>
          <p:nvPr/>
        </p:nvSpPr>
        <p:spPr>
          <a:xfrm>
            <a:off x="3214254" y="3075708"/>
            <a:ext cx="775855" cy="70658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A59DC35F-7042-41C2-BE7D-18C3E2AB4131}"/>
              </a:ext>
            </a:extLst>
          </p:cNvPr>
          <p:cNvSpPr/>
          <p:nvPr/>
        </p:nvSpPr>
        <p:spPr>
          <a:xfrm flipV="1">
            <a:off x="4687453" y="3084943"/>
            <a:ext cx="775855" cy="70658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Garbage">
            <a:extLst>
              <a:ext uri="{FF2B5EF4-FFF2-40B4-BE49-F238E27FC236}">
                <a16:creationId xmlns:a16="http://schemas.microsoft.com/office/drawing/2014/main" id="{A45484EB-19CA-42F2-8CB9-A45DA2E99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5959" y="2971800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85D54A-D5AB-4838-B295-07734F213665}"/>
              </a:ext>
            </a:extLst>
          </p:cNvPr>
          <p:cNvSpPr/>
          <p:nvPr/>
        </p:nvSpPr>
        <p:spPr>
          <a:xfrm>
            <a:off x="992761" y="617645"/>
            <a:ext cx="1371600" cy="1366982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C45BCDB4-0F32-4D26-81BD-F140AA1A2E17}"/>
              </a:ext>
            </a:extLst>
          </p:cNvPr>
          <p:cNvSpPr/>
          <p:nvPr/>
        </p:nvSpPr>
        <p:spPr>
          <a:xfrm>
            <a:off x="1295081" y="794775"/>
            <a:ext cx="808220" cy="794775"/>
          </a:xfrm>
          <a:prstGeom prst="plus">
            <a:avLst>
              <a:gd name="adj" fmla="val 4326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B4FDA-0B87-4CAA-8015-4FA4F57CCA89}"/>
              </a:ext>
            </a:extLst>
          </p:cNvPr>
          <p:cNvSpPr/>
          <p:nvPr/>
        </p:nvSpPr>
        <p:spPr>
          <a:xfrm>
            <a:off x="3082116" y="617645"/>
            <a:ext cx="1371600" cy="1366982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80D6E0-A327-45DF-825B-BB3C6E6EE866}"/>
              </a:ext>
            </a:extLst>
          </p:cNvPr>
          <p:cNvSpPr/>
          <p:nvPr/>
        </p:nvSpPr>
        <p:spPr>
          <a:xfrm>
            <a:off x="5171471" y="617645"/>
            <a:ext cx="1371600" cy="1366982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C956A5-CF26-4A64-82E6-E4ACBA5CD63F}"/>
              </a:ext>
            </a:extLst>
          </p:cNvPr>
          <p:cNvSpPr/>
          <p:nvPr/>
        </p:nvSpPr>
        <p:spPr>
          <a:xfrm>
            <a:off x="7260826" y="617645"/>
            <a:ext cx="1371600" cy="1366982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065A7-F91C-4516-A0C3-1F7AD10DEE3F}"/>
              </a:ext>
            </a:extLst>
          </p:cNvPr>
          <p:cNvSpPr/>
          <p:nvPr/>
        </p:nvSpPr>
        <p:spPr>
          <a:xfrm>
            <a:off x="9349809" y="617645"/>
            <a:ext cx="1371600" cy="1366982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End">
            <a:extLst>
              <a:ext uri="{FF2B5EF4-FFF2-40B4-BE49-F238E27FC236}">
                <a16:creationId xmlns:a16="http://schemas.microsoft.com/office/drawing/2014/main" id="{D31BDBB8-93CE-400D-9134-2B2EA3ED2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071" y="794775"/>
            <a:ext cx="914400" cy="914400"/>
          </a:xfrm>
          <a:prstGeom prst="rect">
            <a:avLst/>
          </a:prstGeom>
        </p:spPr>
      </p:pic>
      <p:pic>
        <p:nvPicPr>
          <p:cNvPr id="18" name="Graphic 17" descr="Beginning">
            <a:extLst>
              <a:ext uri="{FF2B5EF4-FFF2-40B4-BE49-F238E27FC236}">
                <a16:creationId xmlns:a16="http://schemas.microsoft.com/office/drawing/2014/main" id="{E1CF8743-48B1-4C01-8756-8F492C868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0716" y="794775"/>
            <a:ext cx="914400" cy="914400"/>
          </a:xfrm>
          <a:prstGeom prst="rect">
            <a:avLst/>
          </a:prstGeom>
        </p:spPr>
      </p:pic>
      <p:pic>
        <p:nvPicPr>
          <p:cNvPr id="20" name="Graphic 19" descr="Eraser">
            <a:extLst>
              <a:ext uri="{FF2B5EF4-FFF2-40B4-BE49-F238E27FC236}">
                <a16:creationId xmlns:a16="http://schemas.microsoft.com/office/drawing/2014/main" id="{925EE832-4885-45B7-8F45-C3F4A2FE1E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78409" y="794775"/>
            <a:ext cx="914400" cy="914400"/>
          </a:xfrm>
          <a:prstGeom prst="rect">
            <a:avLst/>
          </a:prstGeom>
        </p:spPr>
      </p:pic>
      <p:pic>
        <p:nvPicPr>
          <p:cNvPr id="22" name="Graphic 21" descr="Filter">
            <a:extLst>
              <a:ext uri="{FF2B5EF4-FFF2-40B4-BE49-F238E27FC236}">
                <a16:creationId xmlns:a16="http://schemas.microsoft.com/office/drawing/2014/main" id="{010F67D8-52ED-43AD-93EC-42E822A0A0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89426" y="794775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C20A78-64A6-4C15-9F58-CAF1C3D72D79}"/>
              </a:ext>
            </a:extLst>
          </p:cNvPr>
          <p:cNvSpPr txBox="1"/>
          <p:nvPr/>
        </p:nvSpPr>
        <p:spPr>
          <a:xfrm>
            <a:off x="3287336" y="1573669"/>
            <a:ext cx="96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 Init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22DD26-D3AB-4990-A8FF-0C09C3757453}"/>
              </a:ext>
            </a:extLst>
          </p:cNvPr>
          <p:cNvSpPr txBox="1"/>
          <p:nvPr/>
        </p:nvSpPr>
        <p:spPr>
          <a:xfrm>
            <a:off x="5364765" y="1573669"/>
            <a:ext cx="985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Init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90564-ECE9-46C0-ADF9-0DA5B3F69AE2}"/>
              </a:ext>
            </a:extLst>
          </p:cNvPr>
          <p:cNvSpPr txBox="1"/>
          <p:nvPr/>
        </p:nvSpPr>
        <p:spPr>
          <a:xfrm>
            <a:off x="7480794" y="157366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 Init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F1943B-0C3B-4368-972E-EE9A52C9683D}"/>
              </a:ext>
            </a:extLst>
          </p:cNvPr>
          <p:cNvSpPr txBox="1"/>
          <p:nvPr/>
        </p:nvSpPr>
        <p:spPr>
          <a:xfrm>
            <a:off x="9702024" y="1573669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8DC051-4A33-4361-BF20-A87175F7F991}"/>
              </a:ext>
            </a:extLst>
          </p:cNvPr>
          <p:cNvSpPr txBox="1"/>
          <p:nvPr/>
        </p:nvSpPr>
        <p:spPr>
          <a:xfrm>
            <a:off x="1397875" y="1573669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320745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Spata</dc:creator>
  <cp:lastModifiedBy>Greg Spata</cp:lastModifiedBy>
  <cp:revision>4</cp:revision>
  <dcterms:created xsi:type="dcterms:W3CDTF">2021-11-28T04:50:47Z</dcterms:created>
  <dcterms:modified xsi:type="dcterms:W3CDTF">2021-11-29T21:59:31Z</dcterms:modified>
</cp:coreProperties>
</file>